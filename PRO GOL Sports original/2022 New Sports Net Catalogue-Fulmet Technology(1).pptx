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341" r:id="rId3"/>
    <p:sldId id="370" r:id="rId5"/>
    <p:sldId id="363" r:id="rId6"/>
    <p:sldId id="318" r:id="rId7"/>
    <p:sldId id="319" r:id="rId8"/>
    <p:sldId id="320" r:id="rId9"/>
    <p:sldId id="321" r:id="rId10"/>
    <p:sldId id="345" r:id="rId11"/>
    <p:sldId id="346" r:id="rId12"/>
    <p:sldId id="350" r:id="rId13"/>
    <p:sldId id="364" r:id="rId14"/>
    <p:sldId id="365" r:id="rId15"/>
    <p:sldId id="366" r:id="rId16"/>
    <p:sldId id="367" r:id="rId17"/>
    <p:sldId id="368" r:id="rId18"/>
    <p:sldId id="369" r:id="rId19"/>
    <p:sldId id="371" r:id="rId20"/>
    <p:sldId id="372" r:id="rId21"/>
    <p:sldId id="342" r:id="rId22"/>
  </p:sldIdLst>
  <p:sldSz cx="97917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5DA32"/>
    <a:srgbClr val="ACBE2C"/>
    <a:srgbClr val="5C843A"/>
    <a:srgbClr val="018C39"/>
    <a:srgbClr val="000000"/>
    <a:srgbClr val="1557AE"/>
    <a:srgbClr val="0070C0"/>
    <a:srgbClr val="D9D9D9"/>
    <a:srgbClr val="DBC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9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618" y="108"/>
      </p:cViewPr>
      <p:guideLst>
        <p:guide orient="horz" pos="4274"/>
        <p:guide pos="30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94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9B9B5-4141-4A9B-9B4C-01F6A5CD28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4A333-EF34-4B17-AA92-1BE9756CB4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4FFA8-7E0C-4803-A4C6-3DDD6AB6E3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685800"/>
            <a:ext cx="48958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D64D-B72C-4FF8-85BB-4AA899BC1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86D78-31DF-493B-968A-39C1B25069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81075" y="685800"/>
            <a:ext cx="48958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86D78-31DF-493B-968A-39C1B25069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4378" y="2130431"/>
            <a:ext cx="8322945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68755" y="3886200"/>
            <a:ext cx="685419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58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5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3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1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00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47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0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63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3478" y="4406906"/>
            <a:ext cx="8322945" cy="1362075"/>
          </a:xfrm>
        </p:spPr>
        <p:txBody>
          <a:bodyPr anchor="t"/>
          <a:lstStyle>
            <a:lvl1pPr algn="l">
              <a:defRPr sz="313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73478" y="2906713"/>
            <a:ext cx="8322945" cy="1500187"/>
          </a:xfrm>
        </p:spPr>
        <p:txBody>
          <a:bodyPr anchor="b"/>
          <a:lstStyle>
            <a:lvl1pPr marL="0" indent="0">
              <a:buNone/>
              <a:defRPr sz="1565">
                <a:solidFill>
                  <a:schemeClr val="tx1">
                    <a:tint val="75000"/>
                  </a:schemeClr>
                </a:solidFill>
              </a:defRPr>
            </a:lvl1pPr>
            <a:lvl2pPr marL="358140" indent="0">
              <a:buNone/>
              <a:defRPr sz="1410">
                <a:solidFill>
                  <a:schemeClr val="tx1">
                    <a:tint val="75000"/>
                  </a:schemeClr>
                </a:solidFill>
              </a:defRPr>
            </a:lvl2pPr>
            <a:lvl3pPr marL="715645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3pPr>
            <a:lvl4pPr marL="1073785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4pPr>
            <a:lvl5pPr marL="1431925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5pPr>
            <a:lvl6pPr marL="1790065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6pPr>
            <a:lvl7pPr marL="214757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7pPr>
            <a:lvl8pPr marL="250571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8pPr>
            <a:lvl9pPr marL="286385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2781" y="1600206"/>
            <a:ext cx="5795123" cy="4525963"/>
          </a:xfrm>
        </p:spPr>
        <p:txBody>
          <a:bodyPr/>
          <a:lstStyle>
            <a:lvl1pPr>
              <a:defRPr sz="2190"/>
            </a:lvl1pPr>
            <a:lvl2pPr>
              <a:defRPr sz="1880"/>
            </a:lvl2pPr>
            <a:lvl3pPr>
              <a:defRPr sz="1565"/>
            </a:lvl3pPr>
            <a:lvl4pPr>
              <a:defRPr sz="1410"/>
            </a:lvl4pPr>
            <a:lvl5pPr>
              <a:defRPr sz="1410"/>
            </a:lvl5pPr>
            <a:lvl6pPr>
              <a:defRPr sz="1410"/>
            </a:lvl6pPr>
            <a:lvl7pPr>
              <a:defRPr sz="1410"/>
            </a:lvl7pPr>
            <a:lvl8pPr>
              <a:defRPr sz="1410"/>
            </a:lvl8pPr>
            <a:lvl9pPr>
              <a:defRPr sz="14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11100" y="1600206"/>
            <a:ext cx="5795122" cy="4525963"/>
          </a:xfrm>
        </p:spPr>
        <p:txBody>
          <a:bodyPr/>
          <a:lstStyle>
            <a:lvl1pPr>
              <a:defRPr sz="2190"/>
            </a:lvl1pPr>
            <a:lvl2pPr>
              <a:defRPr sz="1880"/>
            </a:lvl2pPr>
            <a:lvl3pPr>
              <a:defRPr sz="1565"/>
            </a:lvl3pPr>
            <a:lvl4pPr>
              <a:defRPr sz="1410"/>
            </a:lvl4pPr>
            <a:lvl5pPr>
              <a:defRPr sz="1410"/>
            </a:lvl5pPr>
            <a:lvl6pPr>
              <a:defRPr sz="1410"/>
            </a:lvl6pPr>
            <a:lvl7pPr>
              <a:defRPr sz="1410"/>
            </a:lvl7pPr>
            <a:lvl8pPr>
              <a:defRPr sz="1410"/>
            </a:lvl8pPr>
            <a:lvl9pPr>
              <a:defRPr sz="14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9585" y="274638"/>
            <a:ext cx="881253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9586" y="1535113"/>
            <a:ext cx="4326369" cy="639762"/>
          </a:xfrm>
        </p:spPr>
        <p:txBody>
          <a:bodyPr anchor="b"/>
          <a:lstStyle>
            <a:lvl1pPr marL="0" indent="0">
              <a:buNone/>
              <a:defRPr sz="1880" b="1"/>
            </a:lvl1pPr>
            <a:lvl2pPr marL="358140" indent="0">
              <a:buNone/>
              <a:defRPr sz="1565" b="1"/>
            </a:lvl2pPr>
            <a:lvl3pPr marL="715645" indent="0">
              <a:buNone/>
              <a:defRPr sz="1410" b="1"/>
            </a:lvl3pPr>
            <a:lvl4pPr marL="1073785" indent="0">
              <a:buNone/>
              <a:defRPr sz="1250" b="1"/>
            </a:lvl4pPr>
            <a:lvl5pPr marL="1431925" indent="0">
              <a:buNone/>
              <a:defRPr sz="1250" b="1"/>
            </a:lvl5pPr>
            <a:lvl6pPr marL="1790065" indent="0">
              <a:buNone/>
              <a:defRPr sz="1250" b="1"/>
            </a:lvl6pPr>
            <a:lvl7pPr marL="2147570" indent="0">
              <a:buNone/>
              <a:defRPr sz="1250" b="1"/>
            </a:lvl7pPr>
            <a:lvl8pPr marL="2505710" indent="0">
              <a:buNone/>
              <a:defRPr sz="1250" b="1"/>
            </a:lvl8pPr>
            <a:lvl9pPr marL="2863850" indent="0">
              <a:buNone/>
              <a:defRPr sz="125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586" y="2174875"/>
            <a:ext cx="4326369" cy="3951288"/>
          </a:xfrm>
        </p:spPr>
        <p:txBody>
          <a:bodyPr/>
          <a:lstStyle>
            <a:lvl1pPr>
              <a:defRPr sz="1880"/>
            </a:lvl1pPr>
            <a:lvl2pPr>
              <a:defRPr sz="1565"/>
            </a:lvl2pPr>
            <a:lvl3pPr>
              <a:defRPr sz="141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974049" y="1535113"/>
            <a:ext cx="4328067" cy="639762"/>
          </a:xfrm>
        </p:spPr>
        <p:txBody>
          <a:bodyPr anchor="b"/>
          <a:lstStyle>
            <a:lvl1pPr marL="0" indent="0">
              <a:buNone/>
              <a:defRPr sz="1880" b="1"/>
            </a:lvl1pPr>
            <a:lvl2pPr marL="358140" indent="0">
              <a:buNone/>
              <a:defRPr sz="1565" b="1"/>
            </a:lvl2pPr>
            <a:lvl3pPr marL="715645" indent="0">
              <a:buNone/>
              <a:defRPr sz="1410" b="1"/>
            </a:lvl3pPr>
            <a:lvl4pPr marL="1073785" indent="0">
              <a:buNone/>
              <a:defRPr sz="1250" b="1"/>
            </a:lvl4pPr>
            <a:lvl5pPr marL="1431925" indent="0">
              <a:buNone/>
              <a:defRPr sz="1250" b="1"/>
            </a:lvl5pPr>
            <a:lvl6pPr marL="1790065" indent="0">
              <a:buNone/>
              <a:defRPr sz="1250" b="1"/>
            </a:lvl6pPr>
            <a:lvl7pPr marL="2147570" indent="0">
              <a:buNone/>
              <a:defRPr sz="1250" b="1"/>
            </a:lvl7pPr>
            <a:lvl8pPr marL="2505710" indent="0">
              <a:buNone/>
              <a:defRPr sz="1250" b="1"/>
            </a:lvl8pPr>
            <a:lvl9pPr marL="2863850" indent="0">
              <a:buNone/>
              <a:defRPr sz="125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974049" y="2174875"/>
            <a:ext cx="4328067" cy="3951288"/>
          </a:xfrm>
        </p:spPr>
        <p:txBody>
          <a:bodyPr/>
          <a:lstStyle>
            <a:lvl1pPr>
              <a:defRPr sz="1880"/>
            </a:lvl1pPr>
            <a:lvl2pPr>
              <a:defRPr sz="1565"/>
            </a:lvl2pPr>
            <a:lvl3pPr>
              <a:defRPr sz="141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9588" y="273050"/>
            <a:ext cx="3221401" cy="1162050"/>
          </a:xfrm>
        </p:spPr>
        <p:txBody>
          <a:bodyPr anchor="b"/>
          <a:lstStyle>
            <a:lvl1pPr algn="l">
              <a:defRPr sz="15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8284" y="273056"/>
            <a:ext cx="5473833" cy="5853113"/>
          </a:xfrm>
        </p:spPr>
        <p:txBody>
          <a:bodyPr/>
          <a:lstStyle>
            <a:lvl1pPr>
              <a:defRPr sz="2505"/>
            </a:lvl1pPr>
            <a:lvl2pPr>
              <a:defRPr sz="2190"/>
            </a:lvl2pPr>
            <a:lvl3pPr>
              <a:defRPr sz="188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9588" y="1435103"/>
            <a:ext cx="3221401" cy="4691063"/>
          </a:xfrm>
        </p:spPr>
        <p:txBody>
          <a:bodyPr/>
          <a:lstStyle>
            <a:lvl1pPr marL="0" indent="0">
              <a:buNone/>
              <a:defRPr sz="1095"/>
            </a:lvl1pPr>
            <a:lvl2pPr marL="358140" indent="0">
              <a:buNone/>
              <a:defRPr sz="940"/>
            </a:lvl2pPr>
            <a:lvl3pPr marL="715645" indent="0">
              <a:buNone/>
              <a:defRPr sz="785"/>
            </a:lvl3pPr>
            <a:lvl4pPr marL="1073785" indent="0">
              <a:buNone/>
              <a:defRPr sz="705"/>
            </a:lvl4pPr>
            <a:lvl5pPr marL="1431925" indent="0">
              <a:buNone/>
              <a:defRPr sz="705"/>
            </a:lvl5pPr>
            <a:lvl6pPr marL="1790065" indent="0">
              <a:buNone/>
              <a:defRPr sz="705"/>
            </a:lvl6pPr>
            <a:lvl7pPr marL="2147570" indent="0">
              <a:buNone/>
              <a:defRPr sz="705"/>
            </a:lvl7pPr>
            <a:lvl8pPr marL="2505710" indent="0">
              <a:buNone/>
              <a:defRPr sz="705"/>
            </a:lvl8pPr>
            <a:lvl9pPr marL="2863850" indent="0">
              <a:buNone/>
              <a:defRPr sz="7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243" y="4800600"/>
            <a:ext cx="5875020" cy="566738"/>
          </a:xfrm>
        </p:spPr>
        <p:txBody>
          <a:bodyPr anchor="b"/>
          <a:lstStyle>
            <a:lvl1pPr algn="l">
              <a:defRPr sz="15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19243" y="612775"/>
            <a:ext cx="5875020" cy="4114800"/>
          </a:xfrm>
        </p:spPr>
        <p:txBody>
          <a:bodyPr/>
          <a:lstStyle>
            <a:lvl1pPr marL="0" indent="0">
              <a:buNone/>
              <a:defRPr sz="2505"/>
            </a:lvl1pPr>
            <a:lvl2pPr marL="358140" indent="0">
              <a:buNone/>
              <a:defRPr sz="2190"/>
            </a:lvl2pPr>
            <a:lvl3pPr marL="715645" indent="0">
              <a:buNone/>
              <a:defRPr sz="1880"/>
            </a:lvl3pPr>
            <a:lvl4pPr marL="1073785" indent="0">
              <a:buNone/>
              <a:defRPr sz="1565"/>
            </a:lvl4pPr>
            <a:lvl5pPr marL="1431925" indent="0">
              <a:buNone/>
              <a:defRPr sz="1565"/>
            </a:lvl5pPr>
            <a:lvl6pPr marL="1790065" indent="0">
              <a:buNone/>
              <a:defRPr sz="1565"/>
            </a:lvl6pPr>
            <a:lvl7pPr marL="2147570" indent="0">
              <a:buNone/>
              <a:defRPr sz="1565"/>
            </a:lvl7pPr>
            <a:lvl8pPr marL="2505710" indent="0">
              <a:buNone/>
              <a:defRPr sz="1565"/>
            </a:lvl8pPr>
            <a:lvl9pPr marL="2863850" indent="0">
              <a:buNone/>
              <a:defRPr sz="15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19243" y="5367338"/>
            <a:ext cx="5875020" cy="804862"/>
          </a:xfrm>
        </p:spPr>
        <p:txBody>
          <a:bodyPr/>
          <a:lstStyle>
            <a:lvl1pPr marL="0" indent="0">
              <a:buNone/>
              <a:defRPr sz="1095"/>
            </a:lvl1pPr>
            <a:lvl2pPr marL="358140" indent="0">
              <a:buNone/>
              <a:defRPr sz="940"/>
            </a:lvl2pPr>
            <a:lvl3pPr marL="715645" indent="0">
              <a:buNone/>
              <a:defRPr sz="785"/>
            </a:lvl3pPr>
            <a:lvl4pPr marL="1073785" indent="0">
              <a:buNone/>
              <a:defRPr sz="705"/>
            </a:lvl4pPr>
            <a:lvl5pPr marL="1431925" indent="0">
              <a:buNone/>
              <a:defRPr sz="705"/>
            </a:lvl5pPr>
            <a:lvl6pPr marL="1790065" indent="0">
              <a:buNone/>
              <a:defRPr sz="705"/>
            </a:lvl6pPr>
            <a:lvl7pPr marL="2147570" indent="0">
              <a:buNone/>
              <a:defRPr sz="705"/>
            </a:lvl7pPr>
            <a:lvl8pPr marL="2505710" indent="0">
              <a:buNone/>
              <a:defRPr sz="705"/>
            </a:lvl8pPr>
            <a:lvl9pPr marL="2863850" indent="0">
              <a:buNone/>
              <a:defRPr sz="7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68712" y="274644"/>
            <a:ext cx="293751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2782" y="274644"/>
            <a:ext cx="8652734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89585" y="274638"/>
            <a:ext cx="881253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9585" y="1600206"/>
            <a:ext cx="881253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89585" y="6356356"/>
            <a:ext cx="22847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E24BF-67B8-48BD-9ABF-36DACBACC9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45499" y="6356356"/>
            <a:ext cx="31007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7385" y="6356356"/>
            <a:ext cx="22847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64AD9-C849-45B6-BBCC-5E990A5EEF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5645" rtl="0" eaLnBrk="1" latinLnBrk="0" hangingPunct="1">
        <a:spcBef>
          <a:spcPct val="0"/>
        </a:spcBef>
        <a:buNone/>
        <a:defRPr sz="34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605" indent="-268605" algn="l" defTabSz="715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5" kern="1200">
          <a:solidFill>
            <a:schemeClr val="tx1"/>
          </a:solidFill>
          <a:latin typeface="+mn-lt"/>
          <a:ea typeface="+mn-ea"/>
          <a:cs typeface="+mn-cs"/>
        </a:defRPr>
      </a:lvl1pPr>
      <a:lvl2pPr marL="581660" indent="-223520" algn="l" defTabSz="715645" rtl="0" eaLnBrk="1" latinLnBrk="0" hangingPunct="1">
        <a:spcBef>
          <a:spcPct val="20000"/>
        </a:spcBef>
        <a:buFont typeface="Arial" panose="020B0604020202020204" pitchFamily="34" charset="0"/>
        <a:buChar char="–"/>
        <a:defRPr sz="2190" kern="1200">
          <a:solidFill>
            <a:schemeClr val="tx1"/>
          </a:solidFill>
          <a:latin typeface="+mn-lt"/>
          <a:ea typeface="+mn-ea"/>
          <a:cs typeface="+mn-cs"/>
        </a:defRPr>
      </a:lvl2pPr>
      <a:lvl3pPr marL="894715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3pPr>
      <a:lvl4pPr marL="1252855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–"/>
        <a:defRPr sz="1565" kern="1200">
          <a:solidFill>
            <a:schemeClr val="tx1"/>
          </a:solidFill>
          <a:latin typeface="+mn-lt"/>
          <a:ea typeface="+mn-ea"/>
          <a:cs typeface="+mn-cs"/>
        </a:defRPr>
      </a:lvl4pPr>
      <a:lvl5pPr marL="1610995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»"/>
        <a:defRPr sz="1565" kern="1200">
          <a:solidFill>
            <a:schemeClr val="tx1"/>
          </a:solidFill>
          <a:latin typeface="+mn-lt"/>
          <a:ea typeface="+mn-ea"/>
          <a:cs typeface="+mn-cs"/>
        </a:defRPr>
      </a:lvl5pPr>
      <a:lvl6pPr marL="1969135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6pPr>
      <a:lvl7pPr marL="2326640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7pPr>
      <a:lvl8pPr marL="2684780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8pPr>
      <a:lvl9pPr marL="3042920" indent="-179070" algn="l" defTabSz="715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1pPr>
      <a:lvl2pPr marL="358140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2pPr>
      <a:lvl3pPr marL="715645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3pPr>
      <a:lvl4pPr marL="1073785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4pPr>
      <a:lvl5pPr marL="1431925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5pPr>
      <a:lvl6pPr marL="1790065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6pPr>
      <a:lvl7pPr marL="2147570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7pPr>
      <a:lvl8pPr marL="2505710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8pPr>
      <a:lvl9pPr marL="2863850" algn="l" defTabSz="715645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microsoft.com/office/2007/relationships/hdphoto" Target="../media/image8.wdp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microsoft.com/office/2007/relationships/hdphoto" Target="../media/image8.wdp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jpe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email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844444" y="722824"/>
            <a:ext cx="1475220" cy="737419"/>
          </a:xfrm>
          <a:custGeom>
            <a:avLst/>
            <a:gdLst>
              <a:gd name="connsiteX0" fmla="*/ 0 w 1413135"/>
              <a:gd name="connsiteY0" fmla="*/ 0 h 706385"/>
              <a:gd name="connsiteX1" fmla="*/ 1413135 w 1413135"/>
              <a:gd name="connsiteY1" fmla="*/ 0 h 706385"/>
              <a:gd name="connsiteX2" fmla="*/ 690511 w 1413135"/>
              <a:gd name="connsiteY2" fmla="*/ 706385 h 706385"/>
              <a:gd name="connsiteX3" fmla="*/ 0 w 1413135"/>
              <a:gd name="connsiteY3" fmla="*/ 0 h 7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3135" h="706385">
                <a:moveTo>
                  <a:pt x="0" y="0"/>
                </a:moveTo>
                <a:lnTo>
                  <a:pt x="1413135" y="0"/>
                </a:lnTo>
                <a:lnTo>
                  <a:pt x="690511" y="706385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09297" y="722824"/>
            <a:ext cx="2678745" cy="3209198"/>
          </a:xfrm>
          <a:custGeom>
            <a:avLst/>
            <a:gdLst>
              <a:gd name="connsiteX0" fmla="*/ 468300 w 2566009"/>
              <a:gd name="connsiteY0" fmla="*/ 0 h 3074138"/>
              <a:gd name="connsiteX1" fmla="*/ 2566009 w 2566009"/>
              <a:gd name="connsiteY1" fmla="*/ 0 h 3074138"/>
              <a:gd name="connsiteX2" fmla="*/ 2566009 w 2566009"/>
              <a:gd name="connsiteY2" fmla="*/ 3065886 h 3074138"/>
              <a:gd name="connsiteX3" fmla="*/ 2557567 w 2566009"/>
              <a:gd name="connsiteY3" fmla="*/ 3074138 h 3074138"/>
              <a:gd name="connsiteX4" fmla="*/ 0 w 2566009"/>
              <a:gd name="connsiteY4" fmla="*/ 457776 h 3074138"/>
              <a:gd name="connsiteX5" fmla="*/ 468300 w 2566009"/>
              <a:gd name="connsiteY5" fmla="*/ 0 h 307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66009" h="3074138">
                <a:moveTo>
                  <a:pt x="468300" y="0"/>
                </a:moveTo>
                <a:lnTo>
                  <a:pt x="2566009" y="0"/>
                </a:lnTo>
                <a:lnTo>
                  <a:pt x="2566009" y="3065886"/>
                </a:lnTo>
                <a:lnTo>
                  <a:pt x="2557567" y="3074138"/>
                </a:lnTo>
                <a:lnTo>
                  <a:pt x="0" y="457776"/>
                </a:lnTo>
                <a:lnTo>
                  <a:pt x="46830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email"/>
          <a:srcRect/>
          <a:stretch>
            <a:fillRect/>
          </a:stretch>
        </p:blipFill>
        <p:spPr>
          <a:xfrm>
            <a:off x="5012658" y="821923"/>
            <a:ext cx="1433904" cy="1434811"/>
          </a:xfrm>
          <a:custGeom>
            <a:avLst/>
            <a:gdLst>
              <a:gd name="connsiteX0" fmla="*/ 675477 w 1373558"/>
              <a:gd name="connsiteY0" fmla="*/ 0 h 1374427"/>
              <a:gd name="connsiteX1" fmla="*/ 1373558 w 1373558"/>
              <a:gd name="connsiteY1" fmla="*/ 714129 h 1374427"/>
              <a:gd name="connsiteX2" fmla="*/ 698081 w 1373558"/>
              <a:gd name="connsiteY2" fmla="*/ 1374427 h 1374427"/>
              <a:gd name="connsiteX3" fmla="*/ 0 w 1373558"/>
              <a:gd name="connsiteY3" fmla="*/ 660298 h 1374427"/>
              <a:gd name="connsiteX4" fmla="*/ 675477 w 1373558"/>
              <a:gd name="connsiteY4" fmla="*/ 0 h 1374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3558" h="1374427">
                <a:moveTo>
                  <a:pt x="675477" y="0"/>
                </a:moveTo>
                <a:lnTo>
                  <a:pt x="1373558" y="714129"/>
                </a:lnTo>
                <a:lnTo>
                  <a:pt x="698081" y="1374427"/>
                </a:lnTo>
                <a:lnTo>
                  <a:pt x="0" y="660298"/>
                </a:lnTo>
                <a:lnTo>
                  <a:pt x="675477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839874" y="1311975"/>
            <a:ext cx="2120753" cy="2120753"/>
          </a:xfrm>
          <a:custGeom>
            <a:avLst/>
            <a:gdLst>
              <a:gd name="connsiteX0" fmla="*/ 1027293 w 2031501"/>
              <a:gd name="connsiteY0" fmla="*/ 0 h 2031501"/>
              <a:gd name="connsiteX1" fmla="*/ 2031501 w 2031501"/>
              <a:gd name="connsiteY1" fmla="*/ 1027293 h 2031501"/>
              <a:gd name="connsiteX2" fmla="*/ 1004208 w 2031501"/>
              <a:gd name="connsiteY2" fmla="*/ 2031501 h 2031501"/>
              <a:gd name="connsiteX3" fmla="*/ 0 w 2031501"/>
              <a:gd name="connsiteY3" fmla="*/ 1004208 h 2031501"/>
              <a:gd name="connsiteX4" fmla="*/ 1027293 w 2031501"/>
              <a:gd name="connsiteY4" fmla="*/ 0 h 203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1501" h="2031501">
                <a:moveTo>
                  <a:pt x="1027293" y="0"/>
                </a:moveTo>
                <a:lnTo>
                  <a:pt x="2031501" y="1027293"/>
                </a:lnTo>
                <a:lnTo>
                  <a:pt x="1004208" y="2031501"/>
                </a:lnTo>
                <a:lnTo>
                  <a:pt x="0" y="1004208"/>
                </a:lnTo>
                <a:lnTo>
                  <a:pt x="1027293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 cstate="email"/>
          <a:srcRect/>
          <a:stretch>
            <a:fillRect/>
          </a:stretch>
        </p:blipFill>
        <p:spPr>
          <a:xfrm>
            <a:off x="4582254" y="1585734"/>
            <a:ext cx="648050" cy="648050"/>
          </a:xfrm>
          <a:custGeom>
            <a:avLst/>
            <a:gdLst>
              <a:gd name="connsiteX0" fmla="*/ 313915 w 620777"/>
              <a:gd name="connsiteY0" fmla="*/ 0 h 620777"/>
              <a:gd name="connsiteX1" fmla="*/ 620777 w 620777"/>
              <a:gd name="connsiteY1" fmla="*/ 313915 h 620777"/>
              <a:gd name="connsiteX2" fmla="*/ 306861 w 620777"/>
              <a:gd name="connsiteY2" fmla="*/ 620777 h 620777"/>
              <a:gd name="connsiteX3" fmla="*/ 0 w 620777"/>
              <a:gd name="connsiteY3" fmla="*/ 306861 h 620777"/>
              <a:gd name="connsiteX4" fmla="*/ 313915 w 620777"/>
              <a:gd name="connsiteY4" fmla="*/ 0 h 62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777" h="620777">
                <a:moveTo>
                  <a:pt x="313915" y="0"/>
                </a:moveTo>
                <a:lnTo>
                  <a:pt x="620777" y="313915"/>
                </a:lnTo>
                <a:lnTo>
                  <a:pt x="306861" y="620777"/>
                </a:lnTo>
                <a:lnTo>
                  <a:pt x="0" y="306861"/>
                </a:lnTo>
                <a:lnTo>
                  <a:pt x="313915" y="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/>
        </p:nvSpPr>
        <p:spPr>
          <a:xfrm rot="2685974">
            <a:off x="7569827" y="2695936"/>
            <a:ext cx="954572" cy="9545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5" name="矩形 14"/>
          <p:cNvSpPr/>
          <p:nvPr/>
        </p:nvSpPr>
        <p:spPr>
          <a:xfrm rot="2685974">
            <a:off x="6274820" y="3253305"/>
            <a:ext cx="343483" cy="343483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6" name="矩形 15"/>
          <p:cNvSpPr/>
          <p:nvPr/>
        </p:nvSpPr>
        <p:spPr>
          <a:xfrm rot="2657183">
            <a:off x="5070766" y="2123318"/>
            <a:ext cx="502677" cy="424481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7" name="矩形 16"/>
          <p:cNvSpPr/>
          <p:nvPr/>
        </p:nvSpPr>
        <p:spPr>
          <a:xfrm rot="2685974">
            <a:off x="4857497" y="1793459"/>
            <a:ext cx="266936" cy="266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8" name="矩形 17"/>
          <p:cNvSpPr/>
          <p:nvPr/>
        </p:nvSpPr>
        <p:spPr>
          <a:xfrm rot="2685974">
            <a:off x="4834761" y="1322447"/>
            <a:ext cx="129402" cy="1294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9" name="矩形 18"/>
          <p:cNvSpPr/>
          <p:nvPr/>
        </p:nvSpPr>
        <p:spPr>
          <a:xfrm rot="2685974">
            <a:off x="9050109" y="3565681"/>
            <a:ext cx="129402" cy="1294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0" name="矩形 19"/>
          <p:cNvSpPr/>
          <p:nvPr/>
        </p:nvSpPr>
        <p:spPr>
          <a:xfrm rot="2731766">
            <a:off x="5316176" y="2658347"/>
            <a:ext cx="828132" cy="83978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1" name="矩形 20"/>
          <p:cNvSpPr/>
          <p:nvPr/>
        </p:nvSpPr>
        <p:spPr>
          <a:xfrm rot="2685974">
            <a:off x="4885961" y="3215764"/>
            <a:ext cx="343483" cy="343483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2" name="矩形 21"/>
          <p:cNvSpPr/>
          <p:nvPr/>
        </p:nvSpPr>
        <p:spPr>
          <a:xfrm rot="2685974">
            <a:off x="4583762" y="3322803"/>
            <a:ext cx="129402" cy="1294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6323" y="1556441"/>
            <a:ext cx="32308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0" b="1" i="1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2022</a:t>
            </a:r>
            <a:endParaRPr lang="en-US" altLang="zh-CN" sz="12000" b="1" i="1" dirty="0">
              <a:solidFill>
                <a:srgbClr val="00B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657" y="3506199"/>
            <a:ext cx="783664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i="1" dirty="0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Product Catalogue</a:t>
            </a:r>
            <a:endParaRPr lang="en-US" altLang="zh-CN" sz="4400" b="1" i="1" dirty="0">
              <a:solidFill>
                <a:srgbClr val="00B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endParaRPr lang="en-US" altLang="zh-CN" sz="4400" b="1" i="1" dirty="0">
              <a:solidFill>
                <a:srgbClr val="00B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68935" y="4541520"/>
            <a:ext cx="8674735" cy="0"/>
          </a:xfrm>
          <a:prstGeom prst="line">
            <a:avLst/>
          </a:prstGeom>
          <a:ln w="50800" cmpd="dbl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383189" y="4560142"/>
            <a:ext cx="4307874" cy="375858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880">
              <a:solidFill>
                <a:srgbClr val="1557A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27"/>
          <p:cNvSpPr txBox="1"/>
          <p:nvPr/>
        </p:nvSpPr>
        <p:spPr>
          <a:xfrm>
            <a:off x="382905" y="5229225"/>
            <a:ext cx="92176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Every day, we are striving to improve. </a:t>
            </a:r>
            <a:endParaRPr lang="en-US" altLang="zh-CN" sz="2800" b="1" i="1" dirty="0">
              <a:solidFill>
                <a:srgbClr val="00B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Every day, we challenge ourselves to be better – Get better. </a:t>
            </a:r>
            <a:endParaRPr lang="en-US" altLang="zh-CN" sz="2800" b="1" i="1" dirty="0">
              <a:solidFill>
                <a:srgbClr val="00B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Every day, we are producing results. </a:t>
            </a:r>
            <a:endParaRPr lang="en-US" altLang="zh-CN" sz="2800" b="1" i="1" dirty="0">
              <a:solidFill>
                <a:srgbClr val="00B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" y="222250"/>
            <a:ext cx="1305560" cy="851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Click="0">
        <p14:vortex dir="u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  <p:bldP spid="17" grpId="0" animBg="1"/>
      <p:bldP spid="18" grpId="0" animBg="1"/>
      <p:bldP spid="19" grpId="0" animBg="1"/>
      <p:bldP spid="20" grpId="0" bldLvl="0" animBg="1"/>
      <p:bldP spid="21" grpId="0" bldLvl="0" animBg="1"/>
      <p:bldP spid="22" grpId="0" animBg="1"/>
      <p:bldP spid="27" grpId="0"/>
      <p:bldP spid="28" grpId="0"/>
      <p:bldP spid="31" grpId="0" bldLvl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0" t="20526" r="11658" b="6527"/>
          <a:stretch>
            <a:fillRect/>
          </a:stretch>
        </p:blipFill>
        <p:spPr>
          <a:xfrm>
            <a:off x="1783965" y="927289"/>
            <a:ext cx="1422813" cy="16474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" y="40"/>
            <a:ext cx="97917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66" y="4725144"/>
            <a:ext cx="1342133" cy="18984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411" y="4728004"/>
            <a:ext cx="1407775" cy="182182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88294" y="606502"/>
            <a:ext cx="2203405" cy="20612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Who We are ?</a:t>
            </a:r>
            <a:endParaRPr lang="en-US" altLang="zh-CN" sz="20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base"/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We are a Sports Netting supplier with......</a:t>
            </a:r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base"/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base"/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over 33,000 square meters.</a:t>
            </a:r>
            <a:b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over 300 employees.</a:t>
            </a:r>
            <a:b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over 500 specs of products.</a:t>
            </a:r>
            <a:b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over $200 million turnover.</a:t>
            </a:r>
            <a:b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over 10 years experience.</a:t>
            </a:r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40229" y="2506608"/>
            <a:ext cx="2330534" cy="18453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Why work with us ?</a:t>
            </a:r>
            <a:endParaRPr lang="en-US" altLang="zh-CN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200" b="1" i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Because we will do our very best to provide you with outstanding service and high-quality Sport Nets on time and within your budget.</a:t>
            </a:r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2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On Quality On Budget On Time</a:t>
            </a:r>
            <a:endParaRPr lang="en-US" altLang="zh-CN" sz="1200" b="1" i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5450" y="4076700"/>
            <a:ext cx="4309110" cy="25533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Zhongshan Fulmet Tech Co.,Ltd</a:t>
            </a:r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Add.:Haicheng North Rd. Hengmen </a:t>
            </a:r>
            <a:b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         Industrial Zone Nanlang Town,  </a:t>
            </a:r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         Zhongshan, Guangdong 528400</a:t>
            </a:r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         China </a:t>
            </a:r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Tel:+86-15767593977</a:t>
            </a:r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Contact: Karen Liu</a:t>
            </a:r>
            <a:endParaRPr lang="en-US" altLang="zh-CN" sz="20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 descr="logo"/>
          <p:cNvPicPr>
            <a:picLocks noChangeAspect="1"/>
          </p:cNvPicPr>
          <p:nvPr/>
        </p:nvPicPr>
        <p:blipFill>
          <a:blip r:embed="rId5"/>
          <a:srcRect l="28997" t="35009" r="29813" b="39972"/>
          <a:stretch>
            <a:fillRect/>
          </a:stretch>
        </p:blipFill>
        <p:spPr>
          <a:xfrm>
            <a:off x="1367155" y="476885"/>
            <a:ext cx="2131695" cy="181229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174990" y="231140"/>
            <a:ext cx="1616075" cy="23749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855" y="116840"/>
            <a:ext cx="573405" cy="37401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97793"/>
            <a:ext cx="5057089" cy="138345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062" y="0"/>
            <a:ext cx="4724933" cy="2839594"/>
          </a:xfrm>
          <a:prstGeom prst="rect">
            <a:avLst/>
          </a:prstGeom>
        </p:spPr>
      </p:pic>
      <p:sp>
        <p:nvSpPr>
          <p:cNvPr id="19" name="TextBox 7"/>
          <p:cNvSpPr txBox="1"/>
          <p:nvPr/>
        </p:nvSpPr>
        <p:spPr>
          <a:xfrm>
            <a:off x="5423832" y="2756940"/>
            <a:ext cx="3946509" cy="42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190" i="1" dirty="0">
                <a:solidFill>
                  <a:srgbClr val="00B050"/>
                </a:solidFill>
              </a:rPr>
              <a:t>Workshop and Laboratory</a:t>
            </a:r>
            <a:endParaRPr lang="en-US" altLang="zh-CN" sz="2190" i="1" dirty="0">
              <a:solidFill>
                <a:srgbClr val="00B05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" y="-9949"/>
            <a:ext cx="5061331" cy="538838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886" y="3164680"/>
            <a:ext cx="4737394" cy="367771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84744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827010" y="274955"/>
            <a:ext cx="1964690" cy="19558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6055"/>
            <a:ext cx="573405" cy="374015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06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51445" y="263525"/>
            <a:ext cx="2039620" cy="22098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74305" y="260350"/>
            <a:ext cx="2016760" cy="20828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14:ferris dir="l"/>
      </p:transition>
    </mc:Choice>
    <mc:Fallback>
      <p:transition spd="slow" advClick="0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5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93990" y="260350"/>
            <a:ext cx="1997075" cy="215265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03185" y="260350"/>
            <a:ext cx="2087880" cy="18796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01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34300" y="260350"/>
            <a:ext cx="2056765" cy="198755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9"/>
            <a:ext cx="97917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744460" y="260350"/>
            <a:ext cx="2046605" cy="179705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764145" y="260350"/>
            <a:ext cx="2026920" cy="20828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764145" y="260350"/>
            <a:ext cx="2026920" cy="198755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680325" y="260350"/>
            <a:ext cx="2110740" cy="198755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" y="0"/>
            <a:ext cx="9790097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682865" y="260350"/>
            <a:ext cx="2108200" cy="21844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0"/>
            <a:ext cx="9785105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663180" y="260350"/>
            <a:ext cx="2127885" cy="238125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640320" y="260350"/>
            <a:ext cx="2150745" cy="20828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44460" y="260350"/>
            <a:ext cx="2046605" cy="17907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8859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17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548245" y="260350"/>
            <a:ext cx="2242820" cy="218440"/>
          </a:xfrm>
          <a:prstGeom prst="rect">
            <a:avLst/>
          </a:prstGeom>
          <a:solidFill>
            <a:srgbClr val="018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126365"/>
            <a:ext cx="573405" cy="3740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455696" y="3933336"/>
            <a:ext cx="2283271" cy="292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-635" y="4940935"/>
            <a:ext cx="9791700" cy="156845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sz="4800" b="1" i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We Focus on Sport Netting Developing and Manufacturing</a:t>
            </a:r>
            <a:endParaRPr lang="en-US" altLang="zh-CN" sz="4800" b="1" i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844444" y="744265"/>
            <a:ext cx="1475220" cy="737419"/>
          </a:xfrm>
          <a:custGeom>
            <a:avLst/>
            <a:gdLst>
              <a:gd name="connsiteX0" fmla="*/ 0 w 1413135"/>
              <a:gd name="connsiteY0" fmla="*/ 0 h 706385"/>
              <a:gd name="connsiteX1" fmla="*/ 1413135 w 1413135"/>
              <a:gd name="connsiteY1" fmla="*/ 0 h 706385"/>
              <a:gd name="connsiteX2" fmla="*/ 690511 w 1413135"/>
              <a:gd name="connsiteY2" fmla="*/ 706385 h 706385"/>
              <a:gd name="connsiteX3" fmla="*/ 0 w 1413135"/>
              <a:gd name="connsiteY3" fmla="*/ 0 h 7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3135" h="706385">
                <a:moveTo>
                  <a:pt x="0" y="0"/>
                </a:moveTo>
                <a:lnTo>
                  <a:pt x="1413135" y="0"/>
                </a:lnTo>
                <a:lnTo>
                  <a:pt x="690511" y="706385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09297" y="744265"/>
            <a:ext cx="2678745" cy="3209198"/>
          </a:xfrm>
          <a:custGeom>
            <a:avLst/>
            <a:gdLst>
              <a:gd name="connsiteX0" fmla="*/ 468300 w 2566009"/>
              <a:gd name="connsiteY0" fmla="*/ 0 h 3074138"/>
              <a:gd name="connsiteX1" fmla="*/ 2566009 w 2566009"/>
              <a:gd name="connsiteY1" fmla="*/ 0 h 3074138"/>
              <a:gd name="connsiteX2" fmla="*/ 2566009 w 2566009"/>
              <a:gd name="connsiteY2" fmla="*/ 3065886 h 3074138"/>
              <a:gd name="connsiteX3" fmla="*/ 2557567 w 2566009"/>
              <a:gd name="connsiteY3" fmla="*/ 3074138 h 3074138"/>
              <a:gd name="connsiteX4" fmla="*/ 0 w 2566009"/>
              <a:gd name="connsiteY4" fmla="*/ 457776 h 3074138"/>
              <a:gd name="connsiteX5" fmla="*/ 468300 w 2566009"/>
              <a:gd name="connsiteY5" fmla="*/ 0 h 307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66009" h="3074138">
                <a:moveTo>
                  <a:pt x="468300" y="0"/>
                </a:moveTo>
                <a:lnTo>
                  <a:pt x="2566009" y="0"/>
                </a:lnTo>
                <a:lnTo>
                  <a:pt x="2566009" y="3065886"/>
                </a:lnTo>
                <a:lnTo>
                  <a:pt x="2557567" y="3074138"/>
                </a:lnTo>
                <a:lnTo>
                  <a:pt x="0" y="457776"/>
                </a:lnTo>
                <a:lnTo>
                  <a:pt x="46830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email"/>
          <a:srcRect/>
          <a:stretch>
            <a:fillRect/>
          </a:stretch>
        </p:blipFill>
        <p:spPr>
          <a:xfrm>
            <a:off x="5012658" y="843364"/>
            <a:ext cx="1433904" cy="1434811"/>
          </a:xfrm>
          <a:custGeom>
            <a:avLst/>
            <a:gdLst>
              <a:gd name="connsiteX0" fmla="*/ 675477 w 1373558"/>
              <a:gd name="connsiteY0" fmla="*/ 0 h 1374427"/>
              <a:gd name="connsiteX1" fmla="*/ 1373558 w 1373558"/>
              <a:gd name="connsiteY1" fmla="*/ 714129 h 1374427"/>
              <a:gd name="connsiteX2" fmla="*/ 698081 w 1373558"/>
              <a:gd name="connsiteY2" fmla="*/ 1374427 h 1374427"/>
              <a:gd name="connsiteX3" fmla="*/ 0 w 1373558"/>
              <a:gd name="connsiteY3" fmla="*/ 660298 h 1374427"/>
              <a:gd name="connsiteX4" fmla="*/ 675477 w 1373558"/>
              <a:gd name="connsiteY4" fmla="*/ 0 h 1374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3558" h="1374427">
                <a:moveTo>
                  <a:pt x="675477" y="0"/>
                </a:moveTo>
                <a:lnTo>
                  <a:pt x="1373558" y="714129"/>
                </a:lnTo>
                <a:lnTo>
                  <a:pt x="698081" y="1374427"/>
                </a:lnTo>
                <a:lnTo>
                  <a:pt x="0" y="660298"/>
                </a:lnTo>
                <a:lnTo>
                  <a:pt x="675477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839874" y="1333416"/>
            <a:ext cx="2120753" cy="2120753"/>
          </a:xfrm>
          <a:custGeom>
            <a:avLst/>
            <a:gdLst>
              <a:gd name="connsiteX0" fmla="*/ 1027293 w 2031501"/>
              <a:gd name="connsiteY0" fmla="*/ 0 h 2031501"/>
              <a:gd name="connsiteX1" fmla="*/ 2031501 w 2031501"/>
              <a:gd name="connsiteY1" fmla="*/ 1027293 h 2031501"/>
              <a:gd name="connsiteX2" fmla="*/ 1004208 w 2031501"/>
              <a:gd name="connsiteY2" fmla="*/ 2031501 h 2031501"/>
              <a:gd name="connsiteX3" fmla="*/ 0 w 2031501"/>
              <a:gd name="connsiteY3" fmla="*/ 1004208 h 2031501"/>
              <a:gd name="connsiteX4" fmla="*/ 1027293 w 2031501"/>
              <a:gd name="connsiteY4" fmla="*/ 0 h 203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1501" h="2031501">
                <a:moveTo>
                  <a:pt x="1027293" y="0"/>
                </a:moveTo>
                <a:lnTo>
                  <a:pt x="2031501" y="1027293"/>
                </a:lnTo>
                <a:lnTo>
                  <a:pt x="1004208" y="2031501"/>
                </a:lnTo>
                <a:lnTo>
                  <a:pt x="0" y="1004208"/>
                </a:lnTo>
                <a:lnTo>
                  <a:pt x="1027293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 cstate="email"/>
          <a:srcRect/>
          <a:stretch>
            <a:fillRect/>
          </a:stretch>
        </p:blipFill>
        <p:spPr>
          <a:xfrm>
            <a:off x="4582254" y="1607175"/>
            <a:ext cx="648050" cy="648050"/>
          </a:xfrm>
          <a:custGeom>
            <a:avLst/>
            <a:gdLst>
              <a:gd name="connsiteX0" fmla="*/ 313915 w 620777"/>
              <a:gd name="connsiteY0" fmla="*/ 0 h 620777"/>
              <a:gd name="connsiteX1" fmla="*/ 620777 w 620777"/>
              <a:gd name="connsiteY1" fmla="*/ 313915 h 620777"/>
              <a:gd name="connsiteX2" fmla="*/ 306861 w 620777"/>
              <a:gd name="connsiteY2" fmla="*/ 620777 h 620777"/>
              <a:gd name="connsiteX3" fmla="*/ 0 w 620777"/>
              <a:gd name="connsiteY3" fmla="*/ 306861 h 620777"/>
              <a:gd name="connsiteX4" fmla="*/ 313915 w 620777"/>
              <a:gd name="connsiteY4" fmla="*/ 0 h 62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777" h="620777">
                <a:moveTo>
                  <a:pt x="313915" y="0"/>
                </a:moveTo>
                <a:lnTo>
                  <a:pt x="620777" y="313915"/>
                </a:lnTo>
                <a:lnTo>
                  <a:pt x="306861" y="620777"/>
                </a:lnTo>
                <a:lnTo>
                  <a:pt x="0" y="306861"/>
                </a:lnTo>
                <a:lnTo>
                  <a:pt x="313915" y="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/>
        </p:nvSpPr>
        <p:spPr>
          <a:xfrm rot="2685974">
            <a:off x="7569827" y="2717377"/>
            <a:ext cx="954572" cy="954572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5" name="矩形 14"/>
          <p:cNvSpPr/>
          <p:nvPr/>
        </p:nvSpPr>
        <p:spPr>
          <a:xfrm rot="2685974">
            <a:off x="6274820" y="3274746"/>
            <a:ext cx="343483" cy="343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6" name="矩形 15"/>
          <p:cNvSpPr/>
          <p:nvPr/>
        </p:nvSpPr>
        <p:spPr>
          <a:xfrm rot="2657183">
            <a:off x="5070766" y="2144758"/>
            <a:ext cx="502677" cy="4244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7" name="矩形 16"/>
          <p:cNvSpPr/>
          <p:nvPr/>
        </p:nvSpPr>
        <p:spPr>
          <a:xfrm rot="2685974">
            <a:off x="4181240" y="1793459"/>
            <a:ext cx="266936" cy="266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8" name="矩形 17"/>
          <p:cNvSpPr/>
          <p:nvPr/>
        </p:nvSpPr>
        <p:spPr>
          <a:xfrm rot="2685974">
            <a:off x="4158505" y="1322447"/>
            <a:ext cx="129402" cy="1294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19" name="矩形 18"/>
          <p:cNvSpPr/>
          <p:nvPr/>
        </p:nvSpPr>
        <p:spPr>
          <a:xfrm rot="2685974">
            <a:off x="9050109" y="3587123"/>
            <a:ext cx="129402" cy="1294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0" name="矩形 19"/>
          <p:cNvSpPr/>
          <p:nvPr/>
        </p:nvSpPr>
        <p:spPr>
          <a:xfrm rot="2731766">
            <a:off x="5319351" y="2672167"/>
            <a:ext cx="828132" cy="8397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1" name="矩形 20"/>
          <p:cNvSpPr/>
          <p:nvPr/>
        </p:nvSpPr>
        <p:spPr>
          <a:xfrm rot="2685974">
            <a:off x="4885961" y="3237206"/>
            <a:ext cx="343483" cy="343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2" name="矩形 21"/>
          <p:cNvSpPr/>
          <p:nvPr/>
        </p:nvSpPr>
        <p:spPr>
          <a:xfrm rot="2685974">
            <a:off x="4583762" y="3344243"/>
            <a:ext cx="129402" cy="1294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27" name="TextBox 26"/>
          <p:cNvSpPr txBox="1"/>
          <p:nvPr/>
        </p:nvSpPr>
        <p:spPr>
          <a:xfrm>
            <a:off x="215529" y="785837"/>
            <a:ext cx="5322620" cy="12436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515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7515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7515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265" y="2029460"/>
            <a:ext cx="50145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Zhongshan Fulmet Tech Co.,Ltd</a:t>
            </a:r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Contact: Karen Liu</a:t>
            </a:r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Karen@fulmetech.com</a:t>
            </a:r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400" b="1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Tel:+86-15767593977</a:t>
            </a:r>
            <a:endParaRPr lang="en-US" altLang="zh-CN" sz="2400" b="1" i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/>
    </p:bldLst>
  </p:timing>
</p:sld>
</file>

<file path=ppt/tags/tag1.xml><?xml version="1.0" encoding="utf-8"?>
<p:tagLst xmlns:p="http://schemas.openxmlformats.org/presentationml/2006/main">
  <p:tag name="ISPRING_RESOURCE_PATHS_HASH_PRESENTER" val="cc1ec6b4c8718ec3729fa4977e1f43f60734446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WPS 演示</Application>
  <PresentationFormat>自定义</PresentationFormat>
  <Paragraphs>42</Paragraphs>
  <Slides>19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Montserrat ExtraBold</vt:lpstr>
      <vt:lpstr>Segoe Print</vt:lpstr>
      <vt:lpstr>Georgia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http://www.deepbbs.org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工作计划</dc:title>
  <dc:creator>第一PPT模板网：www.1ppt.com</dc:creator>
  <cp:keywords>第一PPT模板网：www.1ppt.com</cp:keywords>
  <cp:lastModifiedBy>Levin</cp:lastModifiedBy>
  <cp:revision>303</cp:revision>
  <dcterms:created xsi:type="dcterms:W3CDTF">2015-12-21T02:26:00Z</dcterms:created>
  <dcterms:modified xsi:type="dcterms:W3CDTF">2021-11-16T03:31:01Z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4EC67AF2DAA1407C9AE971848C9112F7</vt:lpwstr>
  </property>
  <property fmtid="{D5CDD505-2E9C-101B-9397-08002B2CF9AE}" pid="3" name="KSOProductBuildVer">
    <vt:lpwstr>2052-11.1.0.11045</vt:lpwstr>
  </property>
</Properties>
</file>